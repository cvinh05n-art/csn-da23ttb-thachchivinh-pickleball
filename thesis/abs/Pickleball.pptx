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1" r:id="rId5"/>
    <p:sldId id="260" r:id="rId6"/>
    <p:sldId id="259" r:id="rId7"/>
    <p:sldId id="258" r:id="rId8"/>
    <p:sldId id="263" r:id="rId9"/>
    <p:sldId id="264" r:id="rId10"/>
    <p:sldId id="275" r:id="rId11"/>
    <p:sldId id="265" r:id="rId12"/>
    <p:sldId id="277" r:id="rId13"/>
    <p:sldId id="276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77" y="6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D3828-219F-372F-55C7-E5C66F66D2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5D592E-F3DB-0D9C-DC31-EAD280C517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CB7F6-6756-695E-8DB3-CF895A7A4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2D97-1CF5-472D-9D74-0FDDCF3C726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9401F-37B6-4A67-9D21-650527ECA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E1461-0AD8-B9CA-0E1A-25A47C2FC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9829-33C2-48F1-95A9-C1F53CF5F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962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3D661-E7DD-3D85-7813-CD631F88B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6CAD6-FA62-D835-B199-C341C1D59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C149A-1C7E-D105-FEFB-6B2F24C08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2D97-1CF5-472D-9D74-0FDDCF3C726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2FE06-4E8C-8E7D-9397-EE825F7A3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A9428-D1EB-438A-3FC8-1E3F8B6FB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9829-33C2-48F1-95A9-C1F53CF5F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700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3687F-25F8-6925-CC55-E1B7C93CA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EB1794-DF14-2CEB-A9E7-809A4AF98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B74EE-0929-FDE4-7625-0015DEE50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2D97-1CF5-472D-9D74-0FDDCF3C726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1A118-7660-301C-7202-E3F5E2E00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06E84-1652-5274-64BA-67022A1DA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9829-33C2-48F1-95A9-C1F53CF5F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07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33312-51F7-4E05-5B4E-291C5547C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C9718-C708-81D8-C081-8F6EE08556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AA1235-28C1-96EE-80D7-489E008586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D1C1E-19FF-5F07-6316-E02503C9A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2D97-1CF5-472D-9D74-0FDDCF3C726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79DAA2-3F89-9692-F85F-C0543A4D5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BEBEF-FAEC-8BE3-E35B-8F6303E07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9829-33C2-48F1-95A9-C1F53CF5F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59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117AD-2027-CC44-3E8C-101D91DB1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76B3D-66F6-1F2E-9214-D0F7B6AA5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F097A7-62E5-09B6-4630-5574C5D237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042CF5-2ACB-C6E8-D423-8DD0406475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B1ED80-FE49-EC46-C6A0-A83FB775D9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91A2F0-B991-DEE1-878D-78608A376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2D97-1CF5-472D-9D74-0FDDCF3C726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CDE4BF-9919-2C27-DC88-0CE93EBED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28A5A8-7372-C193-A10B-7D72F1652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9829-33C2-48F1-95A9-C1F53CF5F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658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CBF7-1105-47B3-3B41-E400EE041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CA91C3-3183-DDFC-9882-5780899B4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2D97-1CF5-472D-9D74-0FDDCF3C726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12C371-9C27-26DF-AC17-D9FA4773E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2DB95C-7014-56A8-4D09-1CA06FB21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9829-33C2-48F1-95A9-C1F53CF5F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956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1CB9EA-550D-E4AA-F0E3-813C30E1C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2D97-1CF5-472D-9D74-0FDDCF3C726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234CF1-E49C-1860-FBBC-DD0B40D92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D1413-1C9A-1B8C-E693-DB855F704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9829-33C2-48F1-95A9-C1F53CF5F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529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D21D4-05AC-D96B-670B-BB6CBEE3F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97DBF-647F-A273-027D-F5E765676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701C54-F180-C08C-AC3F-F8651541D9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C6AA10-68C0-F211-25A9-9E8B0617B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2D97-1CF5-472D-9D74-0FDDCF3C726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41F1DF-B63E-F082-2F76-A9393939B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59C9E-0F8F-B45B-CCC7-FC23C16B6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9829-33C2-48F1-95A9-C1F53CF5F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725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24A7A-339E-BD17-DA96-F4BE9EDAB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4503AC-0D99-2F5D-7EAD-ACB309CC53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B7CD50-D197-FE5C-40AD-F63C87275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E52E7C-4AA6-488E-F6C2-69C1FC65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2D97-1CF5-472D-9D74-0FDDCF3C726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C4D2B-BD4F-7EDB-8DE2-767BC61A2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CDB42-60CA-9F41-42E4-AFECC88A2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9829-33C2-48F1-95A9-C1F53CF5F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373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6550E-8476-96CF-5AB8-7CA628C7A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35A390-BD1D-6172-37EC-992C2940AE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D06B0-A250-1228-3D05-0688FF0AC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2D97-1CF5-472D-9D74-0FDDCF3C726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5624F-0048-D0C4-B613-3404F441E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509B6-0ED4-DF3D-0E19-0E0993FD5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9829-33C2-48F1-95A9-C1F53CF5F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178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BF2DAB-CB55-F878-E566-F9ABF6B0E4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055490-AAD8-38FD-668A-1F9071CDB0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ED6CF-ABE6-0148-0687-B7B466A0C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2D97-1CF5-472D-9D74-0FDDCF3C726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7E202-0F05-A529-31FF-8302DD73B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6641E-0CA0-3302-0737-3142B6037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9829-33C2-48F1-95A9-C1F53CF5F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289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FF01CA-ABA7-9561-523E-FACA793ED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745B3-3E9E-5811-F559-A25FE8898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6E8A6-4DAD-8504-B513-F387326B72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802D97-1CF5-472D-9D74-0FDDCF3C726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78CD7-1D2B-ABDD-06D7-1A77BFB7E6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4FFDB-433D-0D8A-411E-3C41F15232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3F9829-33C2-48F1-95A9-C1F53CF5F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22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0DD6FE5-6D28-5F62-0B81-C9CFAABE6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95" y="71120"/>
            <a:ext cx="1774090" cy="17679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A8B348-01AD-4CDE-19D3-9187E770341E}"/>
              </a:ext>
            </a:extLst>
          </p:cNvPr>
          <p:cNvSpPr txBox="1"/>
          <p:nvPr/>
        </p:nvSpPr>
        <p:spPr>
          <a:xfrm>
            <a:off x="2346959" y="259080"/>
            <a:ext cx="863600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TRƯỜNG KỸ THUẬT VÀ CÔNG NGHỆ</a:t>
            </a:r>
          </a:p>
          <a:p>
            <a:pPr algn="ctr"/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KHOA CÔNG NGHỆ THÔNG TIN</a:t>
            </a:r>
            <a:endParaRPr lang="en-US" sz="2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E52BAD-0C5F-7823-01D5-E6105C9A7AD1}"/>
              </a:ext>
            </a:extLst>
          </p:cNvPr>
          <p:cNvSpPr txBox="1"/>
          <p:nvPr/>
        </p:nvSpPr>
        <p:spPr>
          <a:xfrm>
            <a:off x="6096000" y="2824480"/>
            <a:ext cx="45719" cy="431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D257C4-2DB8-49EE-BAE0-3C52630A272D}"/>
              </a:ext>
            </a:extLst>
          </p:cNvPr>
          <p:cNvSpPr txBox="1"/>
          <p:nvPr/>
        </p:nvSpPr>
        <p:spPr>
          <a:xfrm>
            <a:off x="3530600" y="1362059"/>
            <a:ext cx="6319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86C912-984F-51E6-9946-FBD200816825}"/>
              </a:ext>
            </a:extLst>
          </p:cNvPr>
          <p:cNvSpPr txBox="1"/>
          <p:nvPr/>
        </p:nvSpPr>
        <p:spPr>
          <a:xfrm>
            <a:off x="5638800" y="262636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2722D6-8962-829A-E085-3FF11FA6F698}"/>
              </a:ext>
            </a:extLst>
          </p:cNvPr>
          <p:cNvSpPr txBox="1"/>
          <p:nvPr/>
        </p:nvSpPr>
        <p:spPr>
          <a:xfrm>
            <a:off x="2844799" y="2316166"/>
            <a:ext cx="74168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XÂY DỰNG WEBSITE GIỚI THIỆU SÂN PICKLEBALL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86236C-7D8A-8394-AA91-E87C9D8CC3FE}"/>
              </a:ext>
            </a:extLst>
          </p:cNvPr>
          <p:cNvSpPr txBox="1"/>
          <p:nvPr/>
        </p:nvSpPr>
        <p:spPr>
          <a:xfrm>
            <a:off x="6388099" y="4431172"/>
            <a:ext cx="54965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5AE0ED1-3F94-7C4D-8F71-5685B5DD825D}"/>
              </a:ext>
            </a:extLst>
          </p:cNvPr>
          <p:cNvCxnSpPr>
            <a:cxnSpLocks/>
          </p:cNvCxnSpPr>
          <p:nvPr/>
        </p:nvCxnSpPr>
        <p:spPr>
          <a:xfrm>
            <a:off x="3970020" y="4070492"/>
            <a:ext cx="5166360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CDCD953-EFB0-0BE1-CC0A-2CFFDD1A80D5}"/>
              </a:ext>
            </a:extLst>
          </p:cNvPr>
          <p:cNvSpPr txBox="1"/>
          <p:nvPr/>
        </p:nvSpPr>
        <p:spPr>
          <a:xfrm>
            <a:off x="563880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458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148E7-680F-17AA-0CF0-7C1D5F909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A8BEE-B10F-4147-BEE8-014B2E420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1562"/>
            <a:ext cx="10515600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1420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148E7-680F-17AA-0CF0-7C1D5F909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A8BEE-B10F-4147-BEE8-014B2E420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Lý do chọn đề tài:</a:t>
            </a:r>
          </a:p>
          <a:p>
            <a:pPr marL="0" marR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Pickleball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một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môn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thể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thao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đang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dần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nhiều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người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biết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đến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tham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Cùng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với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sự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phát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triển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đó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cầu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tìm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kiếm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tin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về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bãi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sân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khung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giờ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hoạt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động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đặt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sân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ngày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càng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tăng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Website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giới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thiệu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sân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Pickleball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xây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dựng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nhằm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giúp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người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dùng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dễ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dàng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tiếp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cận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tin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cần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thiết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như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giới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thiệu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sân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tiện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ích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bảng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giá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ảnh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0111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148E7-680F-17AA-0CF0-7C1D5F909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A8BEE-B10F-4147-BEE8-014B2E420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đê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Website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xây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dựng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với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mục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tiêu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giúp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người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chơi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dễ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dàng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tiếp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cận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tin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cơ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bản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sân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Pickleball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như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giới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thiệu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chung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sân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bảng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giá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thời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gian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hoạt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động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sự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kiện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liên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quan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Hệ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thống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còn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chức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năng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đặt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sân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trực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tuyến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giúp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người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dùng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tiết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kiệm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thời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gian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hạn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chế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việc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đặt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trùng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khung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giờ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5066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148E7-680F-17AA-0CF0-7C1D5F909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A8BEE-B10F-4147-BEE8-014B2E420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5881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537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148E7-680F-17AA-0CF0-7C1D5F909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A8BEE-B10F-4147-BEE8-014B2E420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giờ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7223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148E7-680F-17AA-0CF0-7C1D5F909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A8BEE-B10F-4147-BEE8-014B2E420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26" y="1690688"/>
            <a:ext cx="543052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mượn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E43D01-2029-4483-849A-A6739EE8A3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67522"/>
            <a:ext cx="5912487" cy="3671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129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148E7-680F-17AA-0CF0-7C1D5F909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A8BEE-B10F-4147-BEE8-014B2E420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348" y="1825625"/>
            <a:ext cx="4768132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</a:t>
            </a:r>
          </a:p>
          <a:p>
            <a:pPr marL="0" indent="0" algn="just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trừu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DD2A7B-5756-499C-B806-41B2DA3081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3748" y="1135062"/>
            <a:ext cx="6334629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318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148E7-680F-17AA-0CF0-7C1D5F909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Giao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A8BEE-B10F-4147-BEE8-014B2E420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07943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Tx/>
              <a:buChar char="-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Tx/>
              <a:buChar char="-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7" name="Picture 1">
            <a:extLst>
              <a:ext uri="{FF2B5EF4-FFF2-40B4-BE49-F238E27FC236}">
                <a16:creationId xmlns:a16="http://schemas.microsoft.com/office/drawing/2014/main" id="{69FB9AE1-753D-46EA-AD36-5B0ED5464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9146" y="1453391"/>
            <a:ext cx="4445715" cy="4723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8334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148E7-680F-17AA-0CF0-7C1D5F909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8377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Giao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A8BEE-B10F-4147-BEE8-014B2E420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074" name="Picture 1">
            <a:extLst>
              <a:ext uri="{FF2B5EF4-FFF2-40B4-BE49-F238E27FC236}">
                <a16:creationId xmlns:a16="http://schemas.microsoft.com/office/drawing/2014/main" id="{F66E1970-FB56-4369-8DF3-E9D48A28B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4394" y="1026215"/>
            <a:ext cx="3684855" cy="269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1">
            <a:extLst>
              <a:ext uri="{FF2B5EF4-FFF2-40B4-BE49-F238E27FC236}">
                <a16:creationId xmlns:a16="http://schemas.microsoft.com/office/drawing/2014/main" id="{9ECA27C8-C8D3-426F-B407-F451F079F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4048263"/>
            <a:ext cx="3124200" cy="269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5612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148E7-680F-17AA-0CF0-7C1D5F909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Giao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A8BEE-B10F-4147-BEE8-014B2E420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809" y="1825625"/>
            <a:ext cx="5936974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giờ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Tx/>
              <a:buChar char="-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giờ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Tx/>
              <a:buChar char="-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Tx/>
              <a:buChar char="-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050" name="Picture 1">
            <a:extLst>
              <a:ext uri="{FF2B5EF4-FFF2-40B4-BE49-F238E27FC236}">
                <a16:creationId xmlns:a16="http://schemas.microsoft.com/office/drawing/2014/main" id="{0A2A6D3D-1C44-4A67-B5E5-EAC92AB77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298" y="1690688"/>
            <a:ext cx="4178300" cy="318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7022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148E7-680F-17AA-0CF0-7C1D5F909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Giao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A8BEE-B10F-4147-BEE8-014B2E420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809" y="1825625"/>
            <a:ext cx="7646504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Trang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dõi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Tx/>
              <a:buChar char="-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5E35D7-1E8F-4587-B5EF-D1E6A1633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917092"/>
            <a:ext cx="10257409" cy="257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389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148E7-680F-17AA-0CF0-7C1D5F909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Giao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A8BEE-B10F-4147-BEE8-014B2E420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808" y="1825625"/>
            <a:ext cx="7421218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dung: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Cho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dõi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Tx/>
              <a:buChar char="-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406552-1E5B-4A54-9A7F-9ED29D4A6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365" y="3429000"/>
            <a:ext cx="6654200" cy="192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407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2F191-C40E-FBD7-5CCF-07632198C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A6479-0351-6A82-5489-2A9A7706B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Pickleball.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02414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2F191-C40E-FBD7-5CCF-07632198C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A6479-0351-6A82-5489-2A9A7706B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vẫn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nâng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5890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15A91C-90B5-7B4D-165B-E9C4047B8D7C}"/>
              </a:ext>
            </a:extLst>
          </p:cNvPr>
          <p:cNvSpPr txBox="1"/>
          <p:nvPr/>
        </p:nvSpPr>
        <p:spPr>
          <a:xfrm>
            <a:off x="1572126" y="1748304"/>
            <a:ext cx="901459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XIN CHÂN THÀNH CẢM ƠN QUÝ THẦY, CÔ ĐÃ CHÚ Ý LẮNG NGHE </a:t>
            </a:r>
          </a:p>
        </p:txBody>
      </p:sp>
    </p:spTree>
    <p:extLst>
      <p:ext uri="{BB962C8B-B14F-4D97-AF65-F5344CB8AC3E}">
        <p14:creationId xmlns:p14="http://schemas.microsoft.com/office/powerpoint/2010/main" val="2015007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751</Words>
  <Application>Microsoft Office PowerPoint</Application>
  <PresentationFormat>Widescreen</PresentationFormat>
  <Paragraphs>77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Nội dung trình bày</vt:lpstr>
      <vt:lpstr>1. Giới thiệu tổng quan đề tài(1)</vt:lpstr>
      <vt:lpstr>1. Giới thiệu tổng quan đề tài(2)</vt:lpstr>
      <vt:lpstr>2. Các yêu cầu(1)</vt:lpstr>
      <vt:lpstr>2. Các yêu cầu(2)</vt:lpstr>
      <vt:lpstr>3. Các mô hình(1)</vt:lpstr>
      <vt:lpstr>3. Các mô hình(2)</vt:lpstr>
      <vt:lpstr>4. Giao diện hệ thống(1)</vt:lpstr>
      <vt:lpstr>4. Giao diện hệ thống(2)</vt:lpstr>
      <vt:lpstr>4. Giao diện hệ thống(3)</vt:lpstr>
      <vt:lpstr>4. Giao diện hệ thống(4)</vt:lpstr>
      <vt:lpstr>4. Giao diện hệ thống(5)</vt:lpstr>
      <vt:lpstr>5. Kết luận(1) </vt:lpstr>
      <vt:lpstr>5. Kết luận(2)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Chí Vĩnh Thạch</cp:lastModifiedBy>
  <cp:revision>32</cp:revision>
  <dcterms:created xsi:type="dcterms:W3CDTF">2026-01-09T12:38:06Z</dcterms:created>
  <dcterms:modified xsi:type="dcterms:W3CDTF">2026-01-12T23:13:17Z</dcterms:modified>
</cp:coreProperties>
</file>